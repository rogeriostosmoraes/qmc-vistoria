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2" r:id="rId4"/>
  </p:sldMasterIdLst>
  <p:notesMasterIdLst>
    <p:notesMasterId r:id="rId8"/>
  </p:notesMasterIdLst>
  <p:sldIdLst/>
  <p:sldSz cx="10080625" cy="5670550"/>
  <p:notesSz cx="7559675" cy="10691813"/>
  <p:embeddedFontLst>
    <p:embeddedFont>
      <p:font typeface="Encode Sans" panose="020B0604020202020204" charset="0"/>
      <p:regular r:id="rId9"/>
      <p:bold r:id="rId10"/>
    </p:embeddedFont>
    <p:embeddedFont>
      <p:font typeface="Encode Sans ExtraBold" panose="020B0604020202020204" charset="0"/>
      <p:bold r:id="rId11"/>
    </p:embeddedFont>
    <p:embeddedFont>
      <p:font typeface="Montserrat Alternate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9F9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3099" autoAdjust="0"/>
  </p:normalViewPr>
  <p:slideViewPr>
    <p:cSldViewPr snapToGrid="0" showGuides="1">
      <p:cViewPr varScale="1">
        <p:scale>
          <a:sx n="107" d="100"/>
          <a:sy n="107" d="100"/>
        </p:scale>
        <p:origin x="581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98" Type="http://schemas.openxmlformats.org/officeDocument/2006/relationships/viewProps" Target="viewProps.xml"/><Relationship Id="rId97" Type="http://schemas.openxmlformats.org/officeDocument/2006/relationships/presProps" Target="presProps.xml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9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se" preserve="1">
  <p:cSld name="1_Frase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g115cbb1def5_0_30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080625" cy="567054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115cbb1def5_0_3009"/>
          <p:cNvSpPr/>
          <p:nvPr/>
        </p:nvSpPr>
        <p:spPr>
          <a:xfrm>
            <a:off x="0" y="-1"/>
            <a:ext cx="147000" cy="567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5600" tIns="37775" rIns="75600" bIns="37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538" name="Google Shape;538;g115cbb1def5_0_3009"/>
          <p:cNvSpPr txBox="1">
            <a:spLocks noGrp="1"/>
          </p:cNvSpPr>
          <p:nvPr>
            <p:ph type="title"/>
          </p:nvPr>
        </p:nvSpPr>
        <p:spPr>
          <a:xfrm>
            <a:off x="554854" y="695331"/>
            <a:ext cx="6784800" cy="12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600" tIns="37775" rIns="75600" bIns="377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Encode Sans ExtraBold"/>
              <a:buNone/>
              <a:defRPr sz="2600" b="0" i="0" u="none" strike="noStrike" cap="none">
                <a:solidFill>
                  <a:schemeClr val="lt2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g115cbb1def5_0_3009"/>
          <p:cNvSpPr/>
          <p:nvPr/>
        </p:nvSpPr>
        <p:spPr>
          <a:xfrm>
            <a:off x="554853" y="451249"/>
            <a:ext cx="521700" cy="5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5600" tIns="37775" rIns="75600" bIns="37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540" name="Google Shape;540;g115cbb1def5_0_30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1111" y="193582"/>
            <a:ext cx="860711" cy="31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79E9DEC-71A5-AD69-1CF9-08BC0FAC1D4F}"/>
              </a:ext>
            </a:extLst>
          </p:cNvPr>
          <p:cNvSpPr txBox="1"/>
          <p:nvPr userDrawn="1"/>
        </p:nvSpPr>
        <p:spPr>
          <a:xfrm>
            <a:off x="609600" y="2175164"/>
            <a:ext cx="8361511" cy="3165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5600" tIns="37775" rIns="75600" bIns="37775" rtlCol="0" anchor="t" anchorCtr="0">
            <a:noAutofit/>
          </a:bodyPr>
          <a:lstStyle/>
          <a:p>
            <a:pPr algn="l"/>
            <a:endParaRPr lang="pt-BR" sz="1200" dirty="0">
              <a:solidFill>
                <a:schemeClr val="tx1"/>
              </a:solidFill>
              <a:latin typeface="Encode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60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ranc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E3792C8-C35E-41E1-AA9D-AB7CD81E76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0" y="0"/>
            <a:ext cx="10080625" cy="567055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525;g115cbb1def5_0_2993">
            <a:extLst>
              <a:ext uri="{FF2B5EF4-FFF2-40B4-BE49-F238E27FC236}">
                <a16:creationId xmlns:a16="http://schemas.microsoft.com/office/drawing/2014/main" id="{6F3624E9-D106-459B-AC09-E311EE897C4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971111" y="193582"/>
            <a:ext cx="860711" cy="31676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g115cbb1def5_0_2978">
            <a:extLst>
              <a:ext uri="{FF2B5EF4-FFF2-40B4-BE49-F238E27FC236}">
                <a16:creationId xmlns:a16="http://schemas.microsoft.com/office/drawing/2014/main" id="{E5A148C0-3D49-45D9-A596-EEECFC90A87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437170" y="268542"/>
            <a:ext cx="2977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600" tIns="37775" rIns="75600" bIns="37775" anchor="t" anchorCtr="0">
            <a:noAutofit/>
          </a:bodyPr>
          <a:lstStyle>
            <a:lvl1pPr marL="1080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5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marL="914400" marR="0" lvl="1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4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4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4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4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r>
              <a:rPr lang="pt-BR" dirty="0"/>
              <a:t>Manual de Instalação – Engenharia DAS</a:t>
            </a:r>
            <a:endParaRPr dirty="0"/>
          </a:p>
        </p:txBody>
      </p:sp>
      <p:sp>
        <p:nvSpPr>
          <p:cNvPr id="10" name="Google Shape;502;g115cbb1def5_0_2971">
            <a:extLst>
              <a:ext uri="{FF2B5EF4-FFF2-40B4-BE49-F238E27FC236}">
                <a16:creationId xmlns:a16="http://schemas.microsoft.com/office/drawing/2014/main" id="{314C7F04-0932-404A-B10E-81A3F64F0D17}"/>
              </a:ext>
            </a:extLst>
          </p:cNvPr>
          <p:cNvSpPr/>
          <p:nvPr userDrawn="1"/>
        </p:nvSpPr>
        <p:spPr>
          <a:xfrm>
            <a:off x="437090" y="592009"/>
            <a:ext cx="521700" cy="5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5600" tIns="37775" rIns="75600" bIns="37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lt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" name="Google Shape;498;g115cbb1def5_0_2971">
            <a:extLst>
              <a:ext uri="{FF2B5EF4-FFF2-40B4-BE49-F238E27FC236}">
                <a16:creationId xmlns:a16="http://schemas.microsoft.com/office/drawing/2014/main" id="{BE49216C-307D-44DD-9A3D-F1D81857A2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170" y="812884"/>
            <a:ext cx="54099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600" tIns="37775" rIns="75600" bIns="377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Encode Sans ExtraBold"/>
              <a:buNone/>
              <a:defRPr sz="2000" b="0" i="0" u="none" strike="noStrike" cap="none">
                <a:solidFill>
                  <a:schemeClr val="accent6"/>
                </a:solidFill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518;g115cbb1def5_0_2985">
            <a:extLst>
              <a:ext uri="{FF2B5EF4-FFF2-40B4-BE49-F238E27FC236}">
                <a16:creationId xmlns:a16="http://schemas.microsoft.com/office/drawing/2014/main" id="{91C7AB3E-6936-4B0E-94C2-FD1B0D6BC32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7089" y="2038526"/>
            <a:ext cx="8534023" cy="24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600" tIns="37775" rIns="75600" bIns="377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953209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B3833B-6C23-46A7-A1AE-3ACDC898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3150" cy="1096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7E9089-6B4B-4A72-BF34-42223BFC7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509713"/>
            <a:ext cx="8693150" cy="3597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9CE15A-4D9E-4830-A53C-80F194484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5256213"/>
            <a:ext cx="2266950" cy="301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FFC2A-8D56-49A9-ABDD-134B2DE37234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9C24EA-EED4-4D5B-972D-AD9BB0086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5256213"/>
            <a:ext cx="3403600" cy="301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E5215D-774E-46D0-9566-424D9521D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5256213"/>
            <a:ext cx="2266950" cy="301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7A1F8-68B6-4ACC-BDAE-0F666E7D1A6E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392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2"/>
    <p:sldLayoutId id="214748381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ersonalizar design">
  <a:themeElements>
    <a:clrScheme name="Personalizada 1">
      <a:dk1>
        <a:srgbClr val="6D6E71"/>
      </a:dk1>
      <a:lt1>
        <a:srgbClr val="FFFFFF"/>
      </a:lt1>
      <a:dk2>
        <a:srgbClr val="F58220"/>
      </a:dk2>
      <a:lt2>
        <a:srgbClr val="FFFFFF"/>
      </a:lt2>
      <a:accent1>
        <a:srgbClr val="F58220"/>
      </a:accent1>
      <a:accent2>
        <a:srgbClr val="939598"/>
      </a:accent2>
      <a:accent3>
        <a:srgbClr val="6D6E71"/>
      </a:accent3>
      <a:accent4>
        <a:srgbClr val="ABABBA"/>
      </a:accent4>
      <a:accent5>
        <a:srgbClr val="C4E1F0"/>
      </a:accent5>
      <a:accent6>
        <a:srgbClr val="0E5676"/>
      </a:accent6>
      <a:hlink>
        <a:srgbClr val="AAD9BD"/>
      </a:hlink>
      <a:folHlink>
        <a:srgbClr val="B7ACD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spcFirstLastPara="1" vert="horz" wrap="square" lIns="75600" tIns="37775" rIns="75600" bIns="37775" rtlCol="0" anchor="t" anchorCtr="0">
        <a:noAutofit/>
      </a:bodyPr>
      <a:lstStyle>
        <a:defPPr algn="l">
          <a:defRPr sz="1200" dirty="0">
            <a:solidFill>
              <a:schemeClr val="tx1"/>
            </a:solidFill>
            <a:latin typeface="Encode Sans" panose="020B060402020202020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Vistoria</Application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Rogério Santos de Moraes</cp:lastModifiedBy>
  <cp:revision>208</cp:revision>
  <dcterms:created xsi:type="dcterms:W3CDTF">2022-02-09T15:17:04Z</dcterms:created>
  <dcterms:modified xsi:type="dcterms:W3CDTF">2026-10-19T19:57:55Z</dcterms:modified>
</cp:coreProperties>
</file>